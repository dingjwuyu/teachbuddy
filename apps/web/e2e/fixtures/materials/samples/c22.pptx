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二次函数：零点与图像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教学目标</a:t>
            </a:r>
          </a:p>
          <a:p>
            <a:pPr lvl="0"/>
            <a:r>
              <a:rPr/>
              <a:t>从解析式读取零点和顶点。</a:t>
            </a:r>
          </a:p>
          <a:p>
            <a:pPr lvl="0"/>
            <a:r>
              <a:rPr/>
              <a:t>用配方法解释图像平移。</a:t>
            </a:r>
          </a:p>
          <a:p>
            <a:pPr lvl="0"/>
            <a:r>
              <a:rPr/>
              <a:t>用图形核对计算结果。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Q2 公式与图像</a:t>
            </a:r>
          </a:p>
        </p:txBody>
      </p:sp>
      <p:pic>
        <p:nvPicPr>
          <p:cNvPr descr="assets/slides-q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193800"/>
            <a:ext cx="3708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Q2 公式与图像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Q5 三角形与课后小结</a:t>
            </a:r>
          </a:p>
        </p:txBody>
      </p:sp>
      <p:pic>
        <p:nvPicPr>
          <p:cNvPr descr="assets/slides-q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Q5 图形与课后小结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2026-09-21T20:43:41Z</dcterms:created>
  <dcterms:modified xsi:type="dcterms:W3CDTF">2026-09-21T20:43:41Z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